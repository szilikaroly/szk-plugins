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04000" cy="25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4000" cy="25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271" y="598788"/>
            <a:ext cx="103555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>
                <a:solidFill>
                  <a:srgbClr val="222222"/>
                </a:solidFill>
              </a:rPr>
              <a:t>Assessed for eligibility (n=210)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794" y="945210"/>
            <a:ext cx="1040511" cy="27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222222"/>
                </a:solidFill>
              </a:rPr>
              <a:t>Excluded (n=90):
not meeting criteria (n=70)
declined (n=20)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331" y="1491582"/>
            <a:ext cx="833437" cy="8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222222"/>
                </a:solidFill>
              </a:rPr>
              <a:t>Randomised (n=120)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35" y="1940265"/>
            <a:ext cx="693229" cy="84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222222"/>
                </a:solidFill>
              </a:rPr>
              <a:t>Analysed (n=118)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